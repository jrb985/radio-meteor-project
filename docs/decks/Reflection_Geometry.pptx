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Reflection Geometry &amp; the Science of the Count</a:t>
            </a:r>
          </a:p>
          <a:p>
            <a:r>
              <a:rPr sz="1500">
                <a:solidFill>
                  <a:srgbClr val="555555"/>
                </a:solidFill>
              </a:rPr>
              <a:t>Why only certain meteors bounce a distant FM station into your antenna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222222"/>
                </a:solidFill>
              </a:rPr>
              <a:t>Forward-scatter: a distant FM station, normally below your horizon, is relayed</a:t>
            </a:r>
          </a:p>
          <a:p>
            <a:r>
              <a:rPr sz="1600">
                <a:solidFill>
                  <a:srgbClr val="222222"/>
                </a:solidFill>
              </a:rPr>
              <a:t>to you for an instant by a meteor's ionized trail. Each confirmed relay = 1 count.</a:t>
            </a:r>
          </a:p>
          <a:p>
            <a:r>
              <a:rPr sz="1600">
                <a:solidFill>
                  <a:srgbClr val="2CA02C"/>
                </a:solidFill>
              </a:rPr>
              <a:t>The geometry decides WHICH meteors you see, WHERE the echo comes from, and</a:t>
            </a:r>
          </a:p>
          <a:p>
            <a:r>
              <a:rPr sz="1600">
                <a:solidFill>
                  <a:srgbClr val="2CA02C"/>
                </a:solidFill>
              </a:rPr>
              <a:t>HOW that shapes your diurnal &amp; shower curves and your antenna 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The three players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TX -- a distant FM transmitter (KAWO Boise, 104.3 MHz, ~650 km), normally BELOW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your radio horizon -&gt; that channel is empty noise most of the time.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RX -- your antenna/RTL-SDR watching the empty channel.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The meteor trail -- a line of ionized plasma (free electrons) at ~85-120 km,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created as the meteoroid ablates. It can briefly reflect VHF radio.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When the geometry is right, the trail relays TX -&gt; RX and the channel lights up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for a fraction of a second: a 'ping' (candidate count).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The specular / ellipsoid condition</a:t>
            </a:r>
          </a:p>
          <a:p>
            <a:r>
              <a:rPr sz="1500">
                <a:solidFill>
                  <a:srgbClr val="555555"/>
                </a:solidFill>
              </a:rPr>
              <a:t>A trail reflects to you only where it is TANGENT to a TX/RX-focus ellipsoid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39" y="2651760"/>
            <a:ext cx="7315200" cy="2743200"/>
          </a:xfrm>
          <a:prstGeom prst="ellipse">
            <a:avLst/>
          </a:prstGeom>
          <a:noFill/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644354" y="2651760"/>
            <a:ext cx="3390686" cy="1371600"/>
          </a:xfrm>
          <a:prstGeom prst="line">
            <a:avLst/>
          </a:prstGeom>
          <a:ln w="222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35040" y="2651760"/>
            <a:ext cx="3390685" cy="1371600"/>
          </a:xfrm>
          <a:prstGeom prst="line">
            <a:avLst/>
          </a:prstGeom>
          <a:ln w="222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63440" y="2651760"/>
            <a:ext cx="2743200" cy="0"/>
          </a:xfrm>
          <a:prstGeom prst="line">
            <a:avLst/>
          </a:prstGeom>
          <a:ln w="349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562058" y="3941064"/>
            <a:ext cx="164592" cy="164592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794" y="413308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22222"/>
                </a:solidFill>
              </a:rPr>
              <a:t>TX  (Boise, 104.3 MHz)</a:t>
            </a:r>
          </a:p>
        </p:txBody>
      </p:sp>
      <p:sp>
        <p:nvSpPr>
          <p:cNvPr id="10" name="Oval 9"/>
          <p:cNvSpPr/>
          <p:nvPr/>
        </p:nvSpPr>
        <p:spPr>
          <a:xfrm>
            <a:off x="9343429" y="3941064"/>
            <a:ext cx="164592" cy="164592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62885" y="41330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</a:rPr>
              <a:t>RX  (your antenna)</a:t>
            </a:r>
          </a:p>
        </p:txBody>
      </p:sp>
      <p:sp>
        <p:nvSpPr>
          <p:cNvPr id="12" name="Oval 11"/>
          <p:cNvSpPr/>
          <p:nvPr/>
        </p:nvSpPr>
        <p:spPr>
          <a:xfrm>
            <a:off x="5952744" y="256946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</a:rPr>
              <a:t>P = reflection point (~100 km up)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meteor trail (tangent here)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222222"/>
                </a:solidFill>
              </a:rPr>
              <a:t>- Ellipsoid = all points P where TX-&gt;P-&gt;RX path length is constant (TX &amp; RX are its foci).</a:t>
            </a:r>
          </a:p>
          <a:p>
            <a:r>
              <a:rPr sz="1300">
                <a:solidFill>
                  <a:srgbClr val="222222"/>
                </a:solidFill>
              </a:rPr>
              <a:t>- At the tangent point the two ray angles are equal (ellipse reflection property) = specular condition.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Why only certain meteors reflect to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Two conditions must BOTH hold: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PLACE -- the trail crosses ~85-120 km over the common volume, AND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ORIENTATION -- it is tangent to the ellipsoid there (perpendicular to the</a:t>
            </a:r>
          </a:p>
          <a:p>
            <a:pPr lvl="2">
              <a:spcAft>
                <a:spcPts val="400"/>
              </a:spcAft>
            </a:pPr>
            <a:r>
              <a:rPr sz="1300">
                <a:solidFill>
                  <a:srgbClr val="555555"/>
                </a:solidFill>
              </a:rPr>
              <a:t>  . bisector of the TX-P-RX angle).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 trail pointing the wrong way has no tangent point in your illuminated region.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-&gt; You detect a SUBSET of meteors, never all of them. Undercounting is inherent.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 trail points AWAY from its radiant, so the RADIANT position controls which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meteors can be specular for your particular TX-RX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Hot spots: where the echoes actually come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Because trail orientation is fixed by the radiant, the specular solutions cluster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in specific PATCHES off to the SIDES of the TX-RX great-circle path.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Echoes generally do NOT come from the midpoint straight down the Boise line --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they come from those side 'hot spots'.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Shower (single radiant): usually TWO hot-spot regions.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Sporadics (all radiants): the response smears into a broad sensitivity pattern.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The hot spots sit ~100 km up and a few hundred km away -&gt; low elevation (next slide).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From geometry to antenna 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Reflection point: ~100 km altitude, a few hundred km distant.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-&gt; the echo arrives at a LOW elevation angle (~5-20 deg), near the horizon.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Direction: toward the path / transmitter -- roughly SE toward Boise.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CA02C"/>
                </a:solidFill>
              </a:rPr>
              <a:t>- So aim antenna gain SE and LOW, not at the zenith: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horizontal dipole broadside SE, or a Yagi/Moxon pointed at Boise.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Max usable TX-RX range ~2000 km (limited by the ~100 km reflection height and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the horizon at both ends). 650 km (Boise) sits comfortably inside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Why this shapes the diurnal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Sporadic meteor rate peaks ~06h local: Earth's APEX (its direction of motion)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rides highest before dawn -&gt; more meteors, more with usable geometry.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What you RECORD = the true meteor diurnal CONVOLVED with your fixed geometry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+ antenna pattern (which radiants have hot spots for you, and when).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So your radio curve still shows a clear daily rhythm, but its exact shape is a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fingerprint of YOUR station -- keep the setup constant so it stays comparable.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Why shower profiles have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 shower has ONE radiant that drifts across the sky through the night.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Specular hot spots exist only for certain radiant positions/elevations, so the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observed radio rate rises and falls with the radiant's geometry.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This can produce DOUBLE peaks or gaps that are NOT in the true meteor flux --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artifacts of the forward-scatter geometry, not the shower itself.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Interpreting activity therefore needs the IMO statistical-reduction method,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not just raw counts (see the Science deck / references).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What you actually see: two echo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UNDERDENSE trail (low electron density):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wave passes through; electrons scatter independently; brief spike with fast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exponential decay (&lt;~1 s). The majority of events.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OVERDENSE trail (high electron density):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reflects like a metal cylinder; longer echo (seconds), can flutter/distort as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upper-atmosphere winds move the trail.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Both are real counts; the DURATION distribution carries meteoroid mass-index info.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From geometry to a 'count' (honest limits)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Each favorable meteor -&gt; one candidate ping. But aircraft, sporadic-E, lightning,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and interference also make bursts -&gt; you must CLASSIFY (meteor vs the rest).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CA02C"/>
                </a:solidFill>
              </a:rPr>
              <a:t>- What you count = a RELATIVE, geometry-weighted meteor rate from a CONSISTENT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CA02C"/>
                </a:solidFill>
              </a:rPr>
              <a:t>- setup -- not absolute flux.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One modest station CANNOT give absolute flux, velocity, radiant, or orbit.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Consistency is everything: same frequency, gain, antenna, threshold -&gt; valid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day-to-day and shower-to-shower comparisons.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Reflection needs the trail TANGENT to a TX/RX-focus ellipsoid (specular) -- only</a:t>
            </a:r>
          </a:p>
          <a:p>
            <a:pPr lvl="1"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</a:rPr>
              <a:t>  . certain positions AND orientations qualify, so you sample a subset.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Echoes come from side 'hot spots' ~100 km up at low elevation -&gt; aim antenna SE, low.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Apex motion + your geometry + antenna pattern together shape the diurnal &amp; shower curves.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A 'count' = a classified meteor echo: relative, not absolute.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</a:rPr>
              <a:t>- Filtering (classifier) + a constant setup are what make the counts scientifically meaningful.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Reflection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