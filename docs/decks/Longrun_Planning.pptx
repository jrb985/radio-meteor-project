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Long-Duration Run Planning</a:t>
            </a:r>
          </a:p>
          <a:p>
            <a:r>
              <a:rPr sz="1500">
                <a:solidFill>
                  <a:srgbClr val="555555"/>
                </a:solidFill>
              </a:rPr>
              <a:t>Running the meteor detector unattended for 10-12 hours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700" b="1">
                <a:solidFill>
                  <a:srgbClr val="222222"/>
                </a:solidFill>
              </a:rPr>
              <a:t>Goal: capture a full night (ideally near a shower peak) and review it</a:t>
            </a:r>
          </a:p>
          <a:p>
            <a:r>
              <a:rPr sz="1700" b="1">
                <a:solidFill>
                  <a:srgbClr val="222222"/>
                </a:solidFill>
              </a:rPr>
              <a:t>in the morning via the session report + snapshot gallery.</a:t>
            </a:r>
          </a:p>
          <a:p>
            <a:r>
              <a:rPr sz="1400" b="0">
                <a:solidFill>
                  <a:srgbClr val="555555"/>
                </a:solidFill>
              </a:rPr>
              <a:t>Radio Meteor Tracker  |  104.3 MHz FM forward-scatter  |  Seattle, WA</a:t>
            </a:r>
          </a:p>
          <a:p>
            <a:r>
              <a:rPr sz="1300" b="0">
                <a:solidFill>
                  <a:srgbClr val="1F77B4"/>
                </a:solidFill>
              </a:rPr>
              <a:t>Planning only -- no run executed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Long-Duration Run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What it looks like operationally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Run the CLI, NOT the GUI, for long unattended sessions: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python meteor_detector.py  (prints pings, writes CSV + snapshots)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Memory is bounded: preallocated IQ ring + a BYTE-bounded snapshot queue.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It will run flat for days; a 5-min heartbeat prints pings/reconnects/RSS.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The GUI is for WATCHING, not overnight logging: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it keeps every thumbnail image + growing lists in memory -&gt; balloons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over hundreds/thousands of events.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Morning workflow: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python session_report.py  -&gt; pings-per-hour chart + summary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browse snapshots/ (classified meteor / aircraft / interference).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Long-Duration Run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Limitations -- ranked by likelihood to bite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CA02C"/>
                </a:solidFill>
              </a:rPr>
              <a:t>- 1. USB glitch ends the run -- FIXED in v1.3 (auto-reconnect).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CA02C"/>
                </a:solidFill>
              </a:rPr>
              <a:t>- 2. Snapshot rendering blocks capture -- FIXED in v1.3 (async worker).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CA02C"/>
                </a:solidFill>
              </a:rPr>
              <a:t>- 3. Seattle air traffic (SeaTac) -&gt; snapshot / disk flood -- GOVERNED (v1.3/v1.4).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C0392B"/>
                </a:solidFill>
              </a:rPr>
              <a:t>- 4. Windows sleep / USB suspend / Update restart can interrupt.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CA02C"/>
                </a:solidFill>
              </a:rPr>
              <a:t>- 5. Thermal drift -- mostly a NON-issue here (wideband detection).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- 6. Analysis burden: many aircraft events to triage.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The code-side risks are now handled; what is LEFT is operational (4) and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human (6). Details on the following slides.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Long-Duration Run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Limitation 1: USB glitch ends the run  -- FIXED (v1.3)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Over 12 h there is a real chance of: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a USB hiccup, a libusb read error, or Windows power-managing the dongle.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WAS: if sdr.read_samples() threw, the capture loop exited and the rest of the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night was lost -- a single transient failure = no data until morning.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CA02C"/>
                </a:solidFill>
              </a:rPr>
              <a:t>- NOW: reconnect.py (ReconnectingReader) wraps every read.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2CA02C"/>
                </a:solidFill>
              </a:rPr>
              <a:t>  . On error: close -&gt; exponential backoff (1 s, capped at 30 s) -&gt; reopen -&gt;</a:t>
            </a:r>
          </a:p>
          <a:p>
            <a:pPr lvl="2">
              <a:spcAft>
                <a:spcPts val="500"/>
              </a:spcAft>
            </a:pPr>
            <a:r>
              <a:rPr sz="1400">
                <a:solidFill>
                  <a:srgbClr val="2CA02C"/>
                </a:solidFill>
              </a:rPr>
              <a:t>  . re-apply freq/gain -&gt; resume. Default: never give up.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2CA02C"/>
                </a:solidFill>
              </a:rPr>
              <a:t>  . An in-progress event is discarded and the IQ ring cleared (sample-index</a:t>
            </a:r>
          </a:p>
          <a:p>
            <a:pPr lvl="2">
              <a:spcAft>
                <a:spcPts val="500"/>
              </a:spcAft>
            </a:pPr>
            <a:r>
              <a:rPr sz="1400">
                <a:solidFill>
                  <a:srgbClr val="2CA02C"/>
                </a:solidFill>
              </a:rPr>
              <a:t>  . continuity breaks across the gap); the noise-floor baseline is kept.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2CA02C"/>
                </a:solidFill>
              </a:rPr>
              <a:t>  . Reconnects are counted and shown in the 5-minute heartbeat.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Config: reconnect_enabled / _backoff_start_s / _backoff_max_s / _give_up_after.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Long-Duration Run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Limitation 2: Snapshot rendering blocks capture  -- FIXED (v1.3/v1.4)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WAS: snapshots rendered SYNCHRONOUSLY inside the capture loop. matplotlib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savefig takes ~150-300 ms per event -- and while rendering, no samples are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read, so the RTL-SDR USB buffer can overflow and DROP samples. During a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burst that cascades into continuous dropouts.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CA02C"/>
                </a:solidFill>
              </a:rPr>
              <a:t>- NOW: snapshot.py SnapshotWorker renders on a BACKGROUND thread.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2CA02C"/>
                </a:solidFill>
              </a:rPr>
              <a:t>  . The capture thread only extracts the IQ window and classifies it (cheap),</a:t>
            </a:r>
          </a:p>
          <a:p>
            <a:pPr lvl="2">
              <a:spcAft>
                <a:spcPts val="500"/>
              </a:spcAft>
            </a:pPr>
            <a:r>
              <a:rPr sz="1400">
                <a:solidFill>
                  <a:srgbClr val="2CA02C"/>
                </a:solidFill>
              </a:rPr>
              <a:t>  . then hands the job off -- submit is non-blocking.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2CA02C"/>
                </a:solidFill>
              </a:rPr>
              <a:t>  . The queue is bounded by BYTES (v1.4): a job holds a whole event window,</a:t>
            </a:r>
          </a:p>
          <a:p>
            <a:pPr lvl="2">
              <a:spcAft>
                <a:spcPts val="500"/>
              </a:spcAft>
            </a:pPr>
            <a:r>
              <a:rPr sz="1400">
                <a:solidFill>
                  <a:srgbClr val="2CA02C"/>
                </a:solidFill>
              </a:rPr>
              <a:t>  . 4-25 MB, so a job-COUNT bound bounded nothing.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Backpressure = the governor: over the cap, the SNAPSHOT is dropped and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counted -- the EVENT is still classified and written to the CSV. The counts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(the science) never degrade under 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Long-Duration Run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Limitation 3: Seattle air traffic -&gt; disk flood</a:t>
            </a:r>
          </a:p>
          <a:p>
            <a:r>
              <a:rPr sz="1500">
                <a:solidFill>
                  <a:srgbClr val="555555"/>
                </a:solidFill>
              </a:rPr>
              <a:t>Near SeaTac, 104.3 forward-scatter catches many aircraft reflections; each currently saves a PNG.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6984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Events / 12 h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PNGs (~200 KB ea)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If raw IQ on (~12 MB ea)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Quiet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~50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~10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~0.6 GB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Busy (aircraft / E-skip)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~1,500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~300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~18 GB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8404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- Keep snapshot_save_raw_iq = False (it already is) -- raw IQ is the disk killer.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- Even PNG-only, a busy night is a few hundred MB and a LOT of images to triage.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CA02C"/>
                </a:solidFill>
              </a:rPr>
              <a:t>- NOW GOVERNED: snapshot_skip_aircraft skips exactly these, and the byte-bounded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CA02C"/>
                </a:solidFill>
              </a:rPr>
              <a:t>- queue drops renders (never events) under burst. On the Pi, .npz is ~1-2 MB/event.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Long-Duration Run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Limitation 4: Windows will try to interrupt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System sleep / hibernation: kills capture -&gt; must be disabled.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USB selective suspend: can suspend the dongle -&gt; disable it.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Windows Update auto-restart: can reboot mid-run -&gt; pause updates / active hours.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Fine to leave on: display sleep, screensaver.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All handled in the pre-flight checklist (next-next slide).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Long-Duration Run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Limitations 5 &amp; 6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CA02C"/>
                </a:solidFill>
              </a:rPr>
              <a:t>- 5. Thermal drift -- mostly a NON-issue here: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the tuner drifts as it warms, but we detect over the WHOLE +-90 kHz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FM channel, so a few kHz of drift is irrelevant.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(It would matter for a narrowband CW beacon; it does not for us.)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- 6. Analysis burden: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a busy night's snapshots are dominated by aircraft.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The auto-classifier + per-class session report exist precisely to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make triage manageable -- but review is still real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Long-Duration Run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Pre-flight checklist (for when you do it)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- 1. powercfg /change standby-timeout-ac 0  (no system sleep).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- 2. Disable USB selective suspend (dongle + USB Root Hubs, Power Mgmt tab).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- 3. Pause Windows Update for the run window.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- 4. Confirm free disk (budget ~1 GB to be safe).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- 5. Verify nothing else holds the dongle.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- 6. Launch with a log file:  python meteor_detector.py *&gt; run_YYYYMMDD.log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- 7. Ideally time it to a shower (Perseids Aug 12-13); rates rise toward dawn.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- 8. Spot-check after ~15 min that pings / CSV / snapshots are flowing, then leave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Long-Duration Run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Robustness upgrades -- BUILT (v1.3 / v1.4)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CA02C"/>
                </a:solidFill>
              </a:rPr>
              <a:t>- These are what make an overnight run trustworthy. All now in the code: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2CA02C"/>
                </a:solidFill>
              </a:rPr>
              <a:t>  . Auto-reconnect: retry on USB/read error (close -&gt; backoff -&gt; reopen -&gt;</a:t>
            </a:r>
          </a:p>
          <a:p>
            <a:pPr lvl="2">
              <a:spcAft>
                <a:spcPts val="500"/>
              </a:spcAft>
            </a:pPr>
            <a:r>
              <a:rPr sz="1400">
                <a:solidFill>
                  <a:srgbClr val="2CA02C"/>
                </a:solidFill>
              </a:rPr>
              <a:t>  . resume). reconnect.py.   [limitation 1]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2CA02C"/>
                </a:solidFill>
              </a:rPr>
              <a:t>  . Async snapshots: background worker + bounded queue, so rendering never</a:t>
            </a:r>
          </a:p>
          <a:p>
            <a:pPr lvl="2">
              <a:spcAft>
                <a:spcPts val="500"/>
              </a:spcAft>
            </a:pPr>
            <a:r>
              <a:rPr sz="1400">
                <a:solidFill>
                  <a:srgbClr val="2CA02C"/>
                </a:solidFill>
              </a:rPr>
              <a:t>  . stalls the reader. snapshot.py SnapshotWorker.   [limitation 2]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2CA02C"/>
                </a:solidFill>
              </a:rPr>
              <a:t>  . Snapshot governor: skip 'aircraft' events and/or drop renders over a BYTE</a:t>
            </a:r>
          </a:p>
          <a:p>
            <a:pPr lvl="2">
              <a:spcAft>
                <a:spcPts val="500"/>
              </a:spcAft>
            </a:pPr>
            <a:r>
              <a:rPr sz="1400">
                <a:solidFill>
                  <a:srgbClr val="2CA02C"/>
                </a:solidFill>
              </a:rPr>
              <a:t>  . cap -- bounds disk, CPU and memory; events still logged.   [limitation 3]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2CA02C"/>
                </a:solidFill>
              </a:rPr>
              <a:t>  . Heartbeat: every 5 min the CLI prints uptime, pings, reconnects, RSS, and</a:t>
            </a:r>
          </a:p>
          <a:p>
            <a:pPr lvl="2">
              <a:spcAft>
                <a:spcPts val="500"/>
              </a:spcAft>
            </a:pPr>
            <a:r>
              <a:rPr sz="1400">
                <a:solidFill>
                  <a:srgbClr val="2CA02C"/>
                </a:solidFill>
              </a:rPr>
              <a:t>  . snapshots saved/dropped -- health confirmable at a glance.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C0392B"/>
                </a:solidFill>
              </a:rPr>
              <a:t>- Verified HEADLESSLY (synthetic sources). A real-hardware overnight run is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C0392B"/>
                </a:solidFill>
              </a:rPr>
              <a:t>  . still the outstanding validation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Long-Duration Run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When to run: meteor shower calendar</a:t>
            </a:r>
          </a:p>
          <a:p>
            <a:r>
              <a:rPr sz="1500">
                <a:solidFill>
                  <a:srgbClr val="555555"/>
                </a:solidFill>
              </a:rPr>
              <a:t>Dates recur each year. Radio works day/night and through clouds -- see priorities below.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Shower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Peak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Note for your radio setup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Quadrantids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Jan 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Sharp ~6h peak; cloudy Seattle -&gt; radio wins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Lyrids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Apr 22-23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Modest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Minor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Eta Aquariids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May 5-6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Pre-dawn radiant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June daytime (Arietids)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Jun 7-10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Strong (radio)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DAYTIME -&gt; radio ONLY; run in daylight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S.Delta Aq. / Capricornids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Jul 28-30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Modest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Good Perseids rehearsal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Perseids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Aug 12-13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Reliable; summer sporadic-E false pings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Orionids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Oct 21-22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Modest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Fast meteors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Leonids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Nov 17-18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Modest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Rare storm years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Geminids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Dec 13-14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Highest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Best annual; all-weather radio edge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Ursids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Dec 22-23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Minor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806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300" b="1">
                <a:solidFill>
                  <a:srgbClr val="2CA02C"/>
                </a:solidFill>
              </a:rPr>
              <a:t>* Prioritize: Geminids (Dec) &amp; Quadrantids (Jan) -- radio beats clouded-out visual;</a:t>
            </a:r>
          </a:p>
          <a:p>
            <a:r>
              <a:rPr sz="1300" b="1">
                <a:solidFill>
                  <a:srgbClr val="2CA02C"/>
                </a:solidFill>
              </a:rPr>
              <a:t>* Perseids (Aug); and June DAYTIME showers -- the 'only radio can see this' moment.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Long-Duration Run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77B4"/>
                </a:solidFill>
              </a:rPr>
              <a:t>Summary &amp; 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CA02C"/>
                </a:solidFill>
              </a:rPr>
              <a:t>- The code-side blockers are GONE: auto-reconnect (a glitch no longer ends the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2CA02C"/>
                </a:solidFill>
              </a:rPr>
              <a:t>  . night) and async snapshots (bursts no longer drop samples) are BUILT, plus a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2CA02C"/>
                </a:solidFill>
              </a:rPr>
              <a:t>  . governor that bounds disk/CPU/memory. A 10-12 h CLI run is ready to attempt.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C0392B"/>
                </a:solidFill>
              </a:rPr>
              <a:t>- What is left is OPERATIONAL, and it is on you, not the code: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C0392B"/>
                </a:solidFill>
              </a:rPr>
              <a:t>  . Windows power/update pre-flight (sleep OFF, USB selective suspend OFF,</a:t>
            </a:r>
          </a:p>
          <a:p>
            <a:pPr lvl="2">
              <a:spcAft>
                <a:spcPts val="500"/>
              </a:spcAft>
            </a:pPr>
            <a:r>
              <a:rPr sz="1400">
                <a:solidFill>
                  <a:srgbClr val="555555"/>
                </a:solidFill>
              </a:rPr>
              <a:t>  . Updates paused, ~1 GB free disk).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Log to a file, and spot-check at ~15 min that pings/CSV/snapshots flow.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C0392B"/>
                </a:solidFill>
              </a:rPr>
              <a:t>  . Neither v1.3 nor v1.4 has yet run against real hardware overnight -- treat</a:t>
            </a:r>
          </a:p>
          <a:p>
            <a:pPr lvl="2">
              <a:spcAft>
                <a:spcPts val="500"/>
              </a:spcAft>
            </a:pPr>
            <a:r>
              <a:rPr sz="1400">
                <a:solidFill>
                  <a:srgbClr val="C0392B"/>
                </a:solidFill>
              </a:rPr>
              <a:t>  . the first night as a shakedown as much as an observation.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Keep snapshot_save_raw_iq=False; leave the snapshot governor on.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Best payoff: run it on a shower night (Perseids Aug 12-13) and compare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pings-per-hour to the expected rise toward dawn.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Long-Duration Run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