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Code Workflow</a:t>
            </a:r>
          </a:p>
          <a:p>
            <a:r>
              <a:rPr sz="1500">
                <a:solidFill>
                  <a:srgbClr val="555555"/>
                </a:solidFill>
              </a:rPr>
              <a:t>Radio Meteor Tracker -- how the scripts fit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2CA02C"/>
                </a:solidFill>
              </a:rPr>
              <a:t>A living document -- regenerated by build_workflow_pptx.py as the code evolves.</a:t>
            </a:r>
          </a:p>
          <a:p>
            <a:r>
              <a:rPr sz="1500">
                <a:solidFill>
                  <a:srgbClr val="222222"/>
                </a:solidFill>
              </a:rPr>
              <a:t>Two views: (1) the DATA pipeline through the modules, and</a:t>
            </a:r>
          </a:p>
          <a:p>
            <a:r>
              <a:rPr sz="1500">
                <a:solidFill>
                  <a:srgbClr val="222222"/>
                </a:solidFill>
              </a:rPr>
              <a:t>(2) the OPERATIONAL workflow you follow: setup -&gt; verify -&gt; observe -&gt; analyze.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The data pipeline</a:t>
            </a:r>
          </a:p>
          <a:p>
            <a:r>
              <a:rPr sz="1500">
                <a:solidFill>
                  <a:srgbClr val="555555"/>
                </a:solidFill>
              </a:rPr>
              <a:t>RF in -&gt; ping out, through the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RF in
(antenna)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21408" y="25283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RTL-SDR
IQ samples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5283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Band-power
+ baseline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1888" y="25283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Detect ping
(thresh/hyst)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82128" y="25283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Classify
(inline)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02368" y="25283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0" y="2103120"/>
            <a:ext cx="1645920" cy="1051560"/>
          </a:xfrm>
          <a:prstGeom prst="roundRect">
            <a:avLst/>
          </a:prstGeom>
          <a:solidFill>
            <a:srgbClr val="2E6D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CSV row
+ snapshot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IQ read continuously at 1.024 Msps; each ~4 ms block -&gt; FFT power in the +-90 kHz channel.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EventDetector: EMA noise-floor baseline + threshold/hysteresis -&gt; a Ping (with sample indices).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On a ping: the IQ window is pulled from the ring buffer and classify.py labels it INLINE (cheap, so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  the label is ready for the CSV row). The snapshot is handed to a background SnapshotWorker (v1.3).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KEY INVARIANT: under load the SNAPSHOT is dropped, never the EVENT -- every ping still reaches the CSV,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  so the counts (the science) never degrade under memory or CPU pressure.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Modules: who does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config.py -- all tunable params (frozen dataclass) + PROFILES (e.g. 'pi').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rtl_sdr_env.py -- registers the bundled librtlsdr DLL dir (imported FIRST).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Detection core (in meteor_detector.py):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BandPowerAnalyzer (FFT band power) -&gt; EventDetector (EMA baseline +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threshold/hysteresis) -&gt; CsvSink (writes rows).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snapshot.py -- IQRingBuffer (preallocated circular) holds recent IQ;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extract_window pulls the event; SnapshotWorker writes it off-thread.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dsp.py -- chunked float32 spectrogram + band_stats. Shared by classify and the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renderers; keeps the per-event FFT transient at a few MB, not ~200 MB (v1.4).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classify.py -- labels each ping from its IQ window (runs INLINE, so it must be cheap).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reconnect.py -- ReconnectingReader: survives USB/read errors (v1.3).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capture_engine.py -- runs the SAME core on a background thread, publishing to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a queue (injectable source -&gt; headless testable).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gui_app.py -- Tkinter UI drains that queue. CLI and GUI SHARE the core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The operational workflow</a:t>
            </a:r>
          </a:p>
          <a:p>
            <a:r>
              <a:rPr sz="1500">
                <a:solidFill>
                  <a:srgbClr val="555555"/>
                </a:solidFill>
              </a:rPr>
              <a:t>The steps you actually follow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2029968" cy="1097280"/>
          </a:xfrm>
          <a:prstGeom prst="roundRect">
            <a:avLst/>
          </a:prstGeom>
          <a:solidFill>
            <a:srgbClr val="2CA0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1. Setup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05456" y="26426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2194560"/>
            <a:ext cx="2029968" cy="1097280"/>
          </a:xfrm>
          <a:prstGeom prst="roundRect">
            <a:avLst/>
          </a:prstGeom>
          <a:solidFill>
            <a:srgbClr val="2CA0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 Verify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9744" y="26426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65776" y="2194560"/>
            <a:ext cx="2029968" cy="1097280"/>
          </a:xfrm>
          <a:prstGeom prst="roundRect">
            <a:avLst/>
          </a:prstGeom>
          <a:solidFill>
            <a:srgbClr val="2CA0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3. Choose
frequency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4031" y="26426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70064" y="2194560"/>
            <a:ext cx="2029968" cy="1097280"/>
          </a:xfrm>
          <a:prstGeom prst="roundRect">
            <a:avLst/>
          </a:prstGeom>
          <a:solidFill>
            <a:srgbClr val="2CA0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4. Observe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2642616"/>
            <a:ext cx="237744" cy="201168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74352" y="2194560"/>
            <a:ext cx="2029968" cy="1097280"/>
          </a:xfrm>
          <a:prstGeom prst="roundRect">
            <a:avLst/>
          </a:prstGeom>
          <a:solidFill>
            <a:srgbClr val="2CA0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5.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- 1. Setup: bind WinUSB (Zadig), edit config.py.        2. Verify: check_device.py, spectrograph.py.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- 3. Choose frequency: fm_scan.py / fm_vacancy.py (already set to 104.3 MHz).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- 4. Observe: meteor_detector.py (CLI, long runs) or gui_app.py (GUI).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- 5. Analyze: session_report.py (a session) and diurnal.py (many days).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Stages 1-2: Setup &amp;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Setup (once):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Bind WinUSB to the dongle via tools/rtl-sdr/zadig.exe (Interface 0).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Edit config.py (frequency, gain, thresholds, snapshot options).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Verify &amp; explore: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check_device.py -- opens the dongle, captures IQ, prints tuner/stats.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fm_scan.py -- strongest carriers (reception sanity check).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fm_vacancy.py -- ranks channels -&gt; find a VACANT one for scatter.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spectrograph.py -- one-shot image; live_spectrograph.py -- live waterfall.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monitor.py N -- timed headless capture -&gt; power + waterfall PNGs.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Stage 3: Observe -- CLI vs GUI (same engine)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meteor_detector.py (CLI):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Best for LONG / unattended runs -- bounded memory, logs to a file.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Prints each ping; writes meteor_events.csv + snapshots/.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gui_app.py (GUI):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Best for WATCHING -- Live tab (waterfall + side gallery) and Gallery tab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(big image viewer). Live freq/gain/threshold, ping counter, Report button.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Not for overnight (thumbnail/list memory grows).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Both run the identical BandPowerAnalyzer / EventDetector / snapshot / classify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code -- the GUI just wraps it in capture_engine.py on a thread.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Stage 4: Analyze (science tools)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session_report.py -- one session: pings-per-hour stacked by class + summary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(meteors/hr, span, per-class counts). Also reachable from the GUI 'Report' button.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diurnal.py -- MANY days: folds meteor-only counts onto local hour-of-day,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exposure-normalized with Poisson error bars (the diurnal-curve first project).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Inputs: meteor_events.csv (+ the snapshots/ images for visual triage).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Filter matters: analyze meteor-CLASS events; aircraft/sporadic-E contaminate rates.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Reference reading + the science rationale: references/ and Science_and_Publishability.pptx.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Profiles: one codebase, two machines (v1.4)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Memory is dominated by SNAPSHOTS, not detection. At 1.024 Msps one second of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IQ is 8.2 MB, and a queued snapshot job holds a whole event window (4-25 MB).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config.py PROFILES['pi'] -- select with METEOR_PROFILE=pi or --profile pi: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snapshot_mode='npz' -- the Pi does NOT render. matplotlib is never imported</a:t>
            </a:r>
          </a:p>
          <a:p>
            <a:pPr lvl="2">
              <a:spcAft>
                <a:spcPts val="400"/>
              </a:spcAft>
            </a:pPr>
            <a:r>
              <a:rPr sz="1300">
                <a:solidFill>
                  <a:srgbClr val="555555"/>
                </a:solidFill>
              </a:rPr>
              <a:t>  . (~90 MB of RSS) and no multi-second render runs on a slow ARM core.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snapshot_queue_max_BYTES -- bounding the queue by job COUNT bounds nothing.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snapshot_max_window_s / _max_rows -- cap any one job; shrink the ring.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snapshot_skip_aircraft -- near SeaTac these dominate the burst.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CA02C"/>
                </a:solidFill>
              </a:rPr>
              <a:t>- Measured (tools/mem_soak.py, synthetic event flood):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2CA02C"/>
                </a:solidFill>
              </a:rPr>
              <a:t>  . pi profile ~104 MB peak RSS   |   desktop defaults ~450-490 MB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The Pi captures; your PC renders:  render_snapshots.py turns .npz -&gt; PNG.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Data artifacts &amp; how they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meteor_events.csv -- one row per ping: start_utc, duration_s, peak_snr_db,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peak_power_db, classification. (Old 4-col files auto-rotate to .old.)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snapshots/ping_&lt;UTC&gt;_&lt;class&gt;.png -- one zoomed spectrogram per ping (snapshot_mode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='png', the Windows default); the class is in the filename.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snapshots/ping_&lt;UTC&gt;_&lt;class&gt;.npz -- the Pi's compact float16 spectrogram (~1-2 MB);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render to PNG on a PC with render_snapshots.py. Same image either way.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Diagnostics: monitor_power.png / monitor_waterfall.png, spectrograph.png.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Analysis outputs: session_report.png, diurnal.png.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Everything downstream keys off meteor_events.csv + snapshots/ -- stable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Command cheat-sheet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4023360"/>
                <a:gridCol w="2743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check_device.py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Confirm the dongle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console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fm_vacancy.py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Find a vacant FM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console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live_spectrograph.py 104.3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Watch the channel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GUI window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monitor.py 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Timed diagnostic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monitor_*.png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meteor_detector.py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Run detector (CLI, long runs)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CSV + snapshots/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meteor_detector.py --profile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Same, 1 GB Raspberry Pi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CSV + .npz snapshots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gui_app.py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GUI detector (Live/Gallery)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CSV + snapshots/ + view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render_snapshots.py --dir D:\pi_snaps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Render the Pi's .npz -&gt; PNG (on the PC)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snapshots/*.png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tools/mem_soak.py --profile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Flood the pipeline, report peak RSS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console (PASS/FAIL)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session_report.py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Per-session pings/hour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session_report.png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/>
                        <a:t>python diurnal.py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Rate vs local hour (multi-day)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diurnal.png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How this evolves (living document)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This deck is generated by build_workflow_pptx.py -- edit it and re-run to update.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Landed (no change to the pipeline SHAPE -- each slots into the existing path):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2CA02C"/>
                </a:solidFill>
              </a:rPr>
              <a:t>  . v1.3 auto-reconnect -&gt; wraps the read loop (reconnect.py).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2CA02C"/>
                </a:solidFill>
              </a:rPr>
              <a:t>  . v1.3 async snapshots -&gt; SnapshotWorker between 'detect' and 'save'.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2CA02C"/>
                </a:solidFill>
              </a:rPr>
              <a:t>  . v1.4 low-memory profile -&gt; dsp.py under classify/render; npz mode; byte-</a:t>
            </a:r>
          </a:p>
          <a:p>
            <a:pPr lvl="2">
              <a:spcAft>
                <a:spcPts val="400"/>
              </a:spcAft>
            </a:pPr>
            <a:r>
              <a:rPr sz="1300">
                <a:solidFill>
                  <a:srgbClr val="2CA02C"/>
                </a:solidFill>
              </a:rPr>
              <a:t>  . bounded queue; render_snapshots.py added AFTER the pipeline, on the PC.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Next: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Real-hardware validation on an actual Pi (all v1.3/v1.4 work is so far</a:t>
            </a:r>
          </a:p>
          <a:p>
            <a:pPr lvl="2">
              <a:spcAft>
                <a:spcPts val="400"/>
              </a:spcAft>
            </a:pPr>
            <a:r>
              <a:rPr sz="1300">
                <a:solidFill>
                  <a:srgbClr val="555555"/>
                </a:solidFill>
              </a:rPr>
              <a:t>  . verified headlessly on Windows against synthetic sources).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Trained (vs heuristic) classifier -- drops into classify.py, same contract.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New analysis tools -&gt; just read meteor_events.csv (stable contract) + snapshots/.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Keep the module diagram and cheat-sheet in sync as scripts are added/renamed.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Data path: RF -&gt; IQ -&gt; band-power/baseline -&gt; ping -&gt; classify+snapshot -&gt; CSV/snapshots -&gt; analysis.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Human path: setup -&gt; verify -&gt; choose frequency -&gt; observe (CLI or GUI) -&gt; analyze.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CLI and GUI share one detection core; the GUI adds a threaded engine + tabs.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One codebase, two machines: config.py PROFILES['pi'] fits the same core in 1 GB.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Stable contract: meteor_events.csv + snapshots/ feed all analysis. Under load the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snapshot is dropped, never the event -- the counts always survive.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Living doc -- regenerate with build_workflow_pptx.py after each iteration.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