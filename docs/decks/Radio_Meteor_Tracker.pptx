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Radio Meteor Tracker</a:t>
            </a:r>
          </a:p>
          <a:p>
            <a:r>
              <a:rPr sz="1500">
                <a:solidFill>
                  <a:srgbClr val="555555"/>
                </a:solidFill>
              </a:rPr>
              <a:t>RTL-SDR FM forward-scatter meteor detection  |  Seattle, WA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200" b="1">
                <a:solidFill>
                  <a:srgbClr val="222222"/>
                </a:solidFill>
              </a:rPr>
              <a:t>Design, status, and roadmap</a:t>
            </a:r>
          </a:p>
          <a:p>
            <a:r>
              <a:rPr sz="1800" b="0">
                <a:solidFill>
                  <a:srgbClr val="1F77B4"/>
                </a:solidFill>
              </a:rPr>
              <a:t>Release v1.2  -  GUI, Classification &amp; Reporting</a:t>
            </a:r>
          </a:p>
          <a:p>
            <a:r>
              <a:rPr sz="1500" b="0">
                <a:solidFill>
                  <a:srgbClr val="555555"/>
                </a:solidFill>
              </a:rPr>
              <a:t>Detect meteors by the radio echoes their ionized trails reflect from a</a:t>
            </a:r>
          </a:p>
          <a:p>
            <a:r>
              <a:rPr sz="1500" b="0">
                <a:solidFill>
                  <a:srgbClr val="555555"/>
                </a:solidFill>
              </a:rPr>
              <a:t>distant FM transmitter that is normally below the horizon.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What is radio meteor forward-scatter?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 meteor entering the atmosphere (~80-120 km) leaves a brief trail of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ionized gas that reflects VHF radio like a mirror.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Point the receiver at a powerful transmitter far beyond the horizon.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Normally you hear nothing (the signal passes overhead).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When a trail forms in the common volume, it reflects the signal down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to you as a brief 'ping' (a few ms to ~1 s).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Works day and night, in any weather - a key advantage over visual.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Count / time-stamp pings to measure meteor activity and shower peaks.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Choosing the frequency: 104.3 MHz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Europe has dedicated beacons (GRAVES 143.05 MHz); North America does not.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-&gt; Use FM broadcast forward-scatter: a channel VACANT locally but carrying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 high-power station a few hundred km away.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Measured the Seattle FM band with the dongle (fm_vacancy.py):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104.3 MHz sits ~12 dB below the noise floor - locally empty.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Distant co-channel stations on 104.3 (beyond the horizon):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KAWO, Boise ID  -  52 kW  -  ~650 km  (ideal geometry)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KSOP-FM, Salt Lake City UT  -  25 kW  -  ~1100 km  (bonus reflector)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Inputs: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RTL-SDR dongle: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RTL2832U demodulator + Rafael Micro R820T tuner (USB 0BDA:2838)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Delivers raw IQ samples over USB; tunable ~24-1766 MHz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Antenna: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Small whip (used for bring-up). Weak-signal work wants better: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horizontal dipole or 3-el Yagi aimed ~SE toward Boise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Host PC: Windows 11, USB 2.0+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Driver: WinUSB bound to dongle Interface 0 via Zadig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(Interface 1 stays unbound - normal; RTL-SDR uses Interface 0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Inputs: Software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Python 3.14 (64-bit)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pyrtlsdr 0.4.0 -&gt; librtlsdr (rtl-sdr-blog v1.3.6 DLLs, bundled)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Patched to bind a few optional functions as no-ops (DLL lacks them)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numpy - FFT / band-power / detection math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matplotlib - spectrogram &amp; waterfall rendering (Agg for files, TkAgg live)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python-pptx - this deck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rtl_sdr_env.py registers the bundled DLL folder so no PATH edits are needed.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Config-driven: all parameters live in config.py (frozen dataclass).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How the detector works (pipeline)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- 1. Tune 250 kHz below 104.3 -&gt; whole 180 kHz channel sits at +250 kHz,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clear of the RTL-SDR DC spike.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- 2. Read IQ continuously at 1.024 Msps; FFT each ~4 ms block.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- 3. Channel power = sum of FFT power in the +-90 kHz detection band.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- 4. Baseline = slow EMA of channel power while quiet (the noise floor).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- 5. Ping = power rises &gt;= threshold above baseline; ends via hysteresis.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Keep only min_ping_ms .. max_ping_ms duration events.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- 6. Log to CSV; (v1.1) save a high-resolution snapshot of the moment.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Key assumptions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- 104.3 stays locally vacant (no new Seattle station appears on-channel).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 distant 104.3 carrier (Boise/SLC) is present and stable to reflect.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Meteor pings are brief (tens of ms to ~1 s) and localized to the channel.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Events &gt; 2 s are NOT meteors (aircraft scatter, tropo, sporadic-E) -&gt; rejected.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Fixed gain gives a stable baseline; AGC does not (see next slide).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The host keeps up with 1.024 Msps USB streaming without dropping samples.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Single process owns the dongle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Bring-up lesson: fixed gain, not AGC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First 10-min run used gain='auto'. The AGC hunted: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startup ramp, mid-run band-wide dips, erratic tail.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6 'pings' logged - all AGC artifacts, 0 real.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Fixes folded into the baseline config: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FIXED gain 40.2 dB (stable baseline ~0.7 dB sigma)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warmup_skip_s = 20 s (ignore settling)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max_ping_ms = 2000 (reject aircraft/tropo)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threshold 6 -&gt; 4 dB (still ~6 sigma)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Re-run baseline is flat (see plot) -&gt; trustworthy detection.</a:t>
            </a:r>
          </a:p>
        </p:txBody>
      </p:sp>
      <p:pic>
        <p:nvPicPr>
          <p:cNvPr id="5" name="Picture 4" descr="monitor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486400" cy="1995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Proof: real RF off the antenna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Spectrograph of live FM capture confirms the full chain works: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antenna -&gt; dongle -&gt; WinUSB -&gt; Python -&gt; image.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Bright vertical bands = local FM stations at exact channel freqs.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Flickering texture = live audio modulation (proves it is real signal,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not an artifact).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The vacancy scan then found 104.3 clear for meteor scatter.</a:t>
            </a:r>
          </a:p>
        </p:txBody>
      </p:sp>
      <p:pic>
        <p:nvPicPr>
          <p:cNvPr id="5" name="Picture 4" descr="spectro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4864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v1.1: Trigger snapshots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Problem: a ping COUNT cannot tell meteor from aircraft or interference.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Solution: keep a rolling IQ buffer; on each ping, render a zoomed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spectrogram (pre-roll + event + post-roll) marked with the channel.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New: snapshot.py (IQRingBuffer + save_snapshot).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Changed: Ping carries sample indices; detector records them; main() saves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 PNG per ping under snapshots/. Snapshot errors never stop capture.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Reading a snapshot: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Meteor -&gt; brief streak LOCALIZED at 104.3 (maybe a Doppler tail)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Aircraft -&gt; a carrier line SWEEPING in frequency over seconds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Interference -&gt; broadband smear across the whole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v1.2: GUI, classification &amp;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Threaded capture engine (capture_engine.py) keeps the UI responsive.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Tkinter GUI (gui_app.py): live waterfall, Start/Stop, live freq/gain/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threshold, ping counter, per-class tally, and a snapshot GALLERY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with class-colored thumbnails (click to enlarge).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Auto classification (classify.py) of every ping: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meteor / aircraft / interference, from spectral concentration,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frequency drift, and duration. Written to CSV, filename &amp; GUI.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- Session report (session_report.py): pings-per-hour stacked by class,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plus a text summary (example at right).</a:t>
            </a:r>
          </a:p>
        </p:txBody>
      </p:sp>
      <p:pic>
        <p:nvPicPr>
          <p:cNvPr id="5" name="Picture 4" descr="docs_session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486400" cy="24938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v1.3: Tabbed UI + surviving a long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GUI split into a ttk.Notebook: Live tab (waterfall + side gallery) and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Gallery tab (big image viewer, Prev/Next, full event list).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Problem: an overnight run could not be trusted to finish.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Auto-reconnect (reconnect.py -&gt; ReconnectingReader): a USB/read error no longer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ends the run -- close -&gt; exponential backoff -&gt; reopen -&gt; resume.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Async snapshots (snapshot.py -&gt; SnapshotWorker): matplotlib rendering moved to a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background thread, so it never stalls the capture read and drops USB samples.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If the worker falls behind, extra RENDERS are dropped -- events still logged.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Shared by CLI, GUI and the Pi service. CLI prints a 5-minute heartbeat.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v1.4: Fitting a 1 GB Raspberry Pi  (this release)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The insight: memory is dominated by SNAPSHOTS, not detection.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One second of IQ at 1.024 Msps = 8.2 MB. A queued snapshot job holds a whole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event window: ~4 MB (brief meteor) to ~25 MB (2 s event).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v1.3's 32-JOB queue bound was really a ~790 MB bound -&gt; OOM on a Pi during an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aircraft burst, which is exactly when the queue fills.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Fixes (all shared by CLI / GUI / Pi):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Queue bounded by BYTES. dsp.py: chunked float32 FFT (numpy upcasts to complex128,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so the old one-shot FFT spiked ~150-200 MB PER EVENT). Ring buffer is now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preallocated + circular (was re-allocating ~33 MB four times a second).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snapshot_mode = png | npz | off. On the Pi, matplotlib is never imported (~90 MB)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-- events are saved as compact .npz and rendered on a PC (render_snapshots.py).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Measured: ~104 MB peak RSS on the 'pi' profile vs ~450-490 MB on the defaults.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Version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v1.0 - Baseline detector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Band-power + EMA baseline + threshold/hysteresis -&gt; CSV log &amp; count.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Hardened: fixed gain, warm-up skip, duration bounds.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v1.1 - Trigger snapshots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Rolling IQ buffer; per-ping high-res spectrogram.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v1.2 - GUI, classification &amp; reporting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Threaded engine; live waterfall + counter + snapshot gallery.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Heuristic meteor/aircraft/interference classifier; session reports.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v1.3 - Tabbed UI + long-run robustness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Live/Gallery tabs; auto-reconnect; async snapshots off the capture thread.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v1.4 - Low-memory profile  (CURRENT)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Fits the 1 GB Pi 3B+: byte-bounded queue, chunked FFT, circular ring,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npz snapshot mode + PC-side rendering. config.py PROFILES['pi'].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Next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Real-hardware validation on a Pi; trained classifier; dark theme; .exe packaging.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An observing session: a meteor shower night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Example: Perseids peak, night of Aug 12-13 (also Delta Aquariids late Jul).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Before: python fm_vacancy.py to confirm 104.3 still clear; check gain fixed.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Run: python meteor_detector.py continuously, e.g. 22:00 -&gt; 06:00 local.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Snapshots ON; CSV logging the whole night.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Expect: ping rate RISES after local midnight toward dawn (Earth's leading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side faces the meteor stream), and higher near the peak date.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Watch out: summer sporadic-E can mimic activity - real pings are brief;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E-skip openings last minutes and show in snapshots as sustained signal.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After: review snapshots, classify, plot pings-per-hour vs time &amp; vs sporadic 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Antenna upgrade (biggest sensitivity gain): dipole/Yagi aimed SE to Boise.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Real-hardware validation of v1.3/v1.4 -- all of it is so far verified HEADLESSLY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on Windows against synthetic sources; the Pi run is still pending.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Frequency calibration: rtl_test -p to set freq_correction_ppm.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Longer unattended runs (overnight) to gather real event statistics, then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tune classifier thresholds against confirmed events. Target: Perseids Aug 12-13.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Later: trained classifier; dark theme + MHz axis polish; package as an .exe.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Optional: second reference channel (e.g., 104.5 Spokane) for cross-checking.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Optional: contribute counts to citizen-science meteor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Caveats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Small whip antenna limits sensitivity -&gt; expect low ping rates for now.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Summer sporadic-E (Jun-Aug) can cause false pings; distinguish by duration.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RTL-SDR frequency drift until warmed up / ppm-calibrated.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Only one process may hold the dongle at a time.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pyrtlsdr patch lives in site-packages; a reinstall reverts it.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Classification (v1.2+) is HEURISTIC, not trained -- treat labels as triage, and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expect to tune the thresholds in config.py against confirmed events.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Under heavy load a SNAPSHOT may be dropped (v1.3/v1.4 governors) -- the EVENT is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always still classified and logged, so the counts never suffer.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Code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v1.4  ·  2026-07-12  · 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