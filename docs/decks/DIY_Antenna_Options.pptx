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DIY Antenna Options</a:t>
            </a:r>
          </a:p>
          <a:p>
            <a:r>
              <a:rPr sz="1500">
                <a:solidFill>
                  <a:srgbClr val="555555"/>
                </a:solidFill>
              </a:rPr>
              <a:t>Improving reception for 104.3 MHz FM meteor forward-scatter  |  Seattle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222222"/>
                </a:solidFill>
              </a:rPr>
              <a:t>Goal: hear a distant FM carrier (Boise, ~650 km SE) reflected off meteor</a:t>
            </a:r>
          </a:p>
          <a:p>
            <a:r>
              <a:rPr sz="1600" b="1">
                <a:solidFill>
                  <a:srgbClr val="222222"/>
                </a:solidFill>
              </a:rPr>
              <a:t>trails. That is a WEAK-signal task -- antenna and location matter a lot.</a:t>
            </a:r>
          </a:p>
          <a:p>
            <a:r>
              <a:rPr sz="1500" b="0">
                <a:solidFill>
                  <a:srgbClr val="2CA02C"/>
                </a:solidFill>
              </a:rPr>
              <a:t>Bottom line up front: getting OUTSIDE and away from house noise is usually</a:t>
            </a:r>
          </a:p>
          <a:p>
            <a:r>
              <a:rPr sz="1500" b="0">
                <a:solidFill>
                  <a:srgbClr val="2CA02C"/>
                </a:solidFill>
              </a:rPr>
              <a:t>a bigger win than which antenna you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The RF you're working with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Frequency 104.3 MHz -&gt; wavelength (lambda) ~ 2.88 m. Key sizes: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quarter-wave ~ 72 cm;  half-wave ~ 144 cm (wire ~5% shorter).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What 'a better antenna' buys you: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GAIN on the weak distant path (more pings, fainter pings detected),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DIRECTIVITY: aim at Boise (~SE) and reject strong LOCAL Seattle FM,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LOWER NOISE: away from house electronics = lower noise floor.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Polarization: US FM is usually circular/mixed, so H or V both work; prefer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HORIZONTAL to cut man-made (often vertical) noise.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Geometry: meteor echoes arrive from LOW elevation toward the transmitter,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so aim ~SE, near the horizon (not straight up).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Your current whip: what to expect -- and is it worth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Worth it? YES, as a baseline / proof -- you already saw it receive local FM.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For WEAK meteor scatter, a small indoor whip is marginal: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expect low counts and only the STRONGER pings; many will be missed.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Quick wins with what you have (no build):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If it is the telescopic dipole kit, set each element to ~68-72 cm (1/4-wave).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Stand it VERTICAL as a whip, or better, lay the two elements HORIZONTAL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in a line for a 1/2-wave dipole.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Move it to a window facing SE (toward Boise); get it as high as you can.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Use the whip to establish a baseline ping rate, then compare after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Indoor vs outdoor -- the biggest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This likely matters MORE than antenna type.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Indoors you fight TWO problems: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Building loss: walls/roof/low-E windows/foil insulation = ~10-20 dB down.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Indoor noise: chargers, LED drivers, PCs, routers raise the VHF noise floor.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Outdoors, up, and away from electronics can gain ~10-20 dB of SNR -- often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the single biggest improvement you can make.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Progression to try (each step usually helps):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SE-facing window  -&gt;  attic  -&gt;  outside on a short mast / eave.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Keep the antenna a few feet from metal gutters, wiring, and the house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DIY antenna options at a glance</a:t>
            </a:r>
          </a:p>
          <a:p>
            <a:r>
              <a:rPr sz="1500">
                <a:solidFill>
                  <a:srgbClr val="555555"/>
                </a:solidFill>
              </a:rPr>
              <a:t>All dimensions scale to lambda ~ 2.88 m; cut wire ~5% short of the ideal and check with an online calculator.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737360"/>
                <a:gridCol w="1280160"/>
                <a:gridCol w="1097280"/>
                <a:gridCol w="2926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Antenna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Build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~Cost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Stock whip / telescopic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~0-2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Omni-ish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baseline / testing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Half-wave dipole (horiz)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Bidirectional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easy first upgrade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Folded 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Bidirectional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Low-Med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broadband FM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Halo / turnstile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~0-2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Omni (H-pol)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aiming needed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Moxon (2-element)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~5-6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Directional +F/B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$15-25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compact beam -&gt; Boise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Yagi (3-element)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~7-8 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Directional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Med-High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$20-40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best SNR toward Boise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Option A: Half-wave dipole  (recommended first build)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Simplest real upgrade. Two wires/rods, each ~68-69 cm, in a straight line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(total ~1.37 m), fed at the center.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Materials: wire or copper tube, coax (RG-6 is cheap &amp; low-loss), and 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common-mode choke/balun at the feedpoint (a few ferrite turns of coax).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Orientation: HORIZONTAL, wire running NE&lt;-&gt;SW so the broadside faces SE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(dipole is bidirectional: SE and NW lobes; the NW lobe is just unused).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Pros: cheap, easy, big step up from a small whip, low noise if outside.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Cons: no front/back rejection of local FM (a beam does that).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Option B: Directional -- Moxon or 3-element Yagi  (best SNR)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Adds gain AND rejects strong local Seattle FM coming from other directions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-&gt; cleaner detection of the weak Boise path.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Moxon (2-el): compact rectangle of wire on spreaders; ~5-6 dBi with good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front-to-back; forgiving to build. Great value.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Yagi (3-el): reflector + driven + director on a ~1 m boom; ~7-8 dBi.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Elements ~1.3-1.5 m; use a calculator (e.g. for 104.3 MHz).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Aim the FRONT toward Boise (~SE, azimuth ~120-130 deg), low elevation.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Mount horizontally for H-pol; needs a small mast and a way to point it.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Cons: bigger, must be aimed; overkill until you're outside with low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Feedline &amp; noise tips (cheap dB you shouldn't skip)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Coax: RG-6 (75 ohm TV coax) is cheap and low-loss at FM; RTL-SDR is happy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with it. Keep runs as short as practical.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Add a common-mode CHOKE at the feedpoint (coil the coax through a ferrite):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stops the coax shield from acting as an antenna and dragging house noise in.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Route coax away from power wiring, chargers, Ethernet, and the PC.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Strong local FM can OVERLOAD the RTL-SDR (desense): a directional antenna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aimed at Boise + your fixed gain setting both help; back off gain if needed.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LNA / bias-tee: helps only if you're COAX-loss-limited, not NOISE-limited.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At FM with short coax you're usually noise-limited -&gt; an LNA won't help much.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Recommended path (cheap -&gt; serious)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Step 1 (free): tune the whip/dipole to ~68-72 cm elements, horizontal,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at an SE window as high as possible. Baseline the ping rate.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Step 2 ($5-15): build a horizontal half-wave dipole and put it OUTSIDE,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broadside to SE, with a feedpoint choke. Expect the biggest jump here.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Step 3 ($15-40): Moxon or 3-el Yagi aimed at Boise for real counts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rejection of local FM -- worth it once you're outside and noise-limited.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Re-baseline after each step (same run length) to measure the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current whip is fine to PROVE the system and baseline, but expect low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meteor counts, especially indoors.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Biggest single win: get the antenna OUTSIDE, up, and away from house noise.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Best cheap build: a horizontal half-wave dipole (~68 cm legs), broadside SE.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Best performance: a Moxon or 3-el Yagi aimed SE at Boise, once outdoors.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Feedline hygiene (RG-6 + feedpoint choke, routed away from noise) is free dB.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Measure each change with an equal-length run so you know what actually helped.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DIY Antenna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