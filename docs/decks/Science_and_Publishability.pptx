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Science from a Modest Radio Meteor Station</a:t>
            </a:r>
          </a:p>
          <a:p>
            <a:r>
              <a:rPr sz="1500">
                <a:solidFill>
                  <a:srgbClr val="555555"/>
                </a:solidFill>
              </a:rPr>
              <a:t>What's measurable, what's meaningful, and what an amateur can publish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222222"/>
                </a:solidFill>
              </a:rPr>
              <a:t>Single RTL-SDR forward-scatter station, 104.3 MHz FM, Seattle.</a:t>
            </a:r>
          </a:p>
          <a:p>
            <a:r>
              <a:rPr sz="1500" b="0">
                <a:solidFill>
                  <a:srgbClr val="222222"/>
                </a:solidFill>
              </a:rPr>
              <a:t>Honest take: you won't get orbits from one station -- but consistent COUNTS,</a:t>
            </a:r>
          </a:p>
          <a:p>
            <a:r>
              <a:rPr sz="1500" b="0">
                <a:solidFill>
                  <a:srgbClr val="2CA02C"/>
                </a:solidFill>
              </a:rPr>
              <a:t>activity PROFILES, and echo statistics are real, contributable science.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What a single forward-scatter station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Directly observable per meteor 'ping':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time of occurrence, echo DURATION, peak amplitude/SNR, and (with care)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Doppler/shape from the snapshot -&gt; under- vs over-dense classification.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Aggregated over time: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counts per hour/day; activity vs a shower's timeline; diurnal rhythm.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NOT obtainable from one modest station: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orbits, radiant, absolute velocity, true absolute flux (need multi-station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/ interferometry / calibrated geometry).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Caveat (per IMO): raw amateur counts are a POOR proxy for true flux -- they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are modulated by setup &amp; radiant geometry. Consistency + reduction help.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Meaningful product #1: counts &amp; shower activity profiles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Count pings per hour continuously; overlay on a shower's expected timeline.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You can measure: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the RISE / PEAK / FALL of a shower and WHEN your local peak occurs,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relative activity night-to-night and shower-vs-sporadic contrast.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Contribute the monthly counts to RMOB (global aggregation since 1993)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compare with other stations -- this is the bread-and-butter amateur product.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Highest value: DAYTIME showers (e.g. Arietids, ~Jun 7) that ONLY radio can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observe -- a genuine niche where amateur radio data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Meaningful product #2: diurnal variation &amp; sporadic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sporadic meteor rate rises and falls each day (max ~06h local, min ~18h)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as Earth's leading 'apex' side sweeps up more meteoroids.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 week of continuous data reproduces this classic sinusoid -- a satisfying,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verifiable first result that confirms known physics with YOUR hardware.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Also visible: seasonal changes in sporadic background; day-to-day weather of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the near-Earth meteoroid environment.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Great teaching / write-up material even before any shower.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Meaningful product #3: echo-duration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Separate UNDERDENSE (brief, exponential-decay) from OVERDENSE (longer, can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last seconds) echoes -- your snapshots already show the difference.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The DURATION DISTRIBUTION (cumulative log-log of duration vs count) carries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information about the meteoroid MASS INDEX of the heavier population.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Overdense echo duration also has a diurnal signature (linked to upper-atmos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chemistry/ozone) -- see the NASA paper in references/.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Needs decent counts (-&gt; better antenna) but is a real analysis, not just a tally.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Where amateurs actually publish / contribute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RMOB (Radio Meteor Observing Bulletin): submit monthly counts; appears in the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monthly bulletin -- the standard amateur radio-meteor output.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eMeteorNews: amateur-friendly journal; publishes radio observation reports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shower analyses (a realistic venue for a written-up result).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IMO / WGN (Journal of the IMO): more formal analyses; collaborative campaigns.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BRAMS Radio Meteor Zoo (Zooniverse): citizen-science classification of spectra.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Realistic bar: solo peer-reviewed papers are rare; RMOB + eMeteorNews +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campaign contributions + catching an unexpected outburst are achievable.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Honest limits of one modest 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C0392B"/>
                </a:solidFill>
              </a:rPr>
              <a:t>- Cannot determine orbits, radiants, or true velocities (need &gt;=2-3 stations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with timing/interferometry, or a real radar).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C0392B"/>
                </a:solidFill>
              </a:rPr>
              <a:t>- Absolute flux is hard: rate depends on your antenna pattern, noise floor,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threshold, and the radiant's elevation vs your reflection geometry.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So compare RELATIVE rates from a CONSISTENT setup; note config in an observing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log; and apply the IMO statistical-reduction method for activity work.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Aircraft &amp; sporadic-E contamination must be filtered (your classifier helps).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More data with each antenna step</a:t>
            </a:r>
          </a:p>
          <a:p>
            <a:r>
              <a:rPr sz="1500">
                <a:solidFill>
                  <a:srgbClr val="555555"/>
                </a:solidFill>
              </a:rPr>
              <a:t>Each rung roughly doubles what you can claim. Re-baseline with equal-length runs to prove the gain.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830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834640"/>
                <a:gridCol w="1005840"/>
                <a:gridCol w="1737360"/>
                <a:gridCol w="51206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Effort/$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Signal gain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Science it unlocks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 nothing: whip, indoors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Learn the pipeline; SEE major shower peaks as rate bumps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Move outside + tune to dipole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~10-20 dB 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Clean diurnal curve; shower profiles; start RMOB submissions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DIY horizontal dipole, outside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low-noise, 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Reliable hourly rates; minor showers; begin echo-duration stats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Directional Moxon/Yagi -&gt; Boise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$20-40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+gain, reject local 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Robust counts; mass-index (duration) analyses; DAYTIME showers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Bigger / multi-station / interfer.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multiple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Approach velocity, trajectories/orbits (collaboration, research-grade)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Recommended reading (in references/)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Downloaded PDFs (open access):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SARA 2015 -- 'Detecting meteor radio echoes using the RTL/SDR dongle'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555555"/>
                </a:solidFill>
              </a:rPr>
              <a:t>  . (the closest match to our exact setup).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Egal et al. 2019 -- 'Solar cycle variation in meteor rates' (arXiv:1902.09422).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NASA NTRS -- diurnal variation of overdense echo duration &amp; ozone.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Online (see references/README.md for links):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IMO Radio Observations + statistical reduction method; RMOB; AMS Radio;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BRAMS Radio Meteor Zoo (Calders et al. 2016); eMeteorNews; rtl-sdr.com.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Classic book: McKinley (1961), Meteor Science and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Suggested first projects (achievable now -&gt; better)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- 1. Diurnal curve: run ~1 week CONTINUOUSLY (24/7), plot rate vs local hour.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Reproduces the ~06h-max / ~18h-min sporadic rhythm. Great first result.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C0392B"/>
                </a:solidFill>
              </a:rPr>
              <a:t>-   WHY 24/7, NOT JUST NIGHTS: rate = counts / EXPOSURE. Observe only at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night and the unobserved daytime hours look observed-but-empty -- their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rate collapses and you MANUFACTURE the very curve you are testing for.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v1.5's sessions.csv measures real exposure; running 24/7 also gives the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daytime coverage the result needs to mean anything.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  THE CONTROL: also plot --class aircraft. Aircraft follow a HUMAN daily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rhythm, nothing like the meteor one. If your meteor curve tracks it, the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classifier is leaking and you are plotting air traffic.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CA02C"/>
                </a:solidFill>
              </a:rPr>
              <a:t>- 2. Shower profile: capture Perseids (Aug 12-13); hourly counts vs time;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find your local peak; submit the counts to RMOB.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- 3. Echo-duration histogram: underdense vs overdense; log-log duration slope.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- 4. Daytime shower (Arietids, ~Jun): radio-only -- a genuine niche contribution.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Workflow: FREEZE the setup (freq/gain/threshold/antenna) for the whole run and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log it; filter aircraft + sporadic-E before analysis. Any change = new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77B4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One modest station yields real, contributable science: COUNTS, activity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555555"/>
                </a:solidFill>
              </a:rPr>
              <a:t>  . PROFILES, the DIURNAL curve, and echo-DURATION statistics.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Publish/contribute via RMOB, eMeteorNews, IMO campaigns, and the Radio Meteor Zoo.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It CANNOT do orbits/velocity/absolute flux alone -- be honest about that.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Better antenna (outside -&gt; dipole -&gt; Yagi) steadily unlocks more/better analyses.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Start with the diurnal-curve project; it confirms your chain and known physics.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22222"/>
                </a:solidFill>
              </a:rPr>
              <a:t>- Read the 3 PDFs in references/ first; the SARA 2015 one mirrors your setup.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Radio Meteor Tracker  ·  Science &amp; Publishability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code v1.5  ·  2026-07-13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